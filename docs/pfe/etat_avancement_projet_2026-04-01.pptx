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777240"/>
            <a:ext cx="11155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219456" cy="493776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Aptos"/>
              </a:rPr>
              <a:t>Etat d'avancement du projet ATM ISO 8583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4E68"/>
                </a:solidFill>
                <a:latin typeface="Aptos"/>
              </a:rPr>
              <a:t>Presentation de suivi basee sur le depot local, les tests et les artefacts de build verifies le 1 avril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828800" cy="310896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Backend valide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971800"/>
            <a:ext cx="1828800" cy="310896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Frontend build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971800"/>
            <a:ext cx="2286000" cy="310896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Docker compose pret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971800"/>
            <a:ext cx="2560320" cy="310896"/>
          </a:xfrm>
          <a:prstGeom prst="roundRect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Industrialisation a finir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Positionnement: passerelle Spring Boot qui traduit JSON/XML vers ISO 8583 et dialogue avec un switch via TCP.</a:t>
            </a:r>
          </a:p>
          <a:p>
            <a:pPr>
              <a:spcAft>
                <a:spcPts val="1000"/>
              </a:spcAft>
              <a:defRPr sz="1600">
                <a:solidFill>
                  <a:srgbClr val="1C252C"/>
                </a:solidFill>
                <a:latin typeface="Aptos"/>
              </a:defRPr>
            </a:pPr>
            <a:r>
              <a:t>Constat global: la base fonctionnelle est solide et demonstrable, mais la branche reste en phase de consolidation.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Synthese 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Lecture rapide de l'etat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46304" cy="1508760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Noyau ISO 8583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2194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Controleur REST, codec jPOS, canal TCP, echo reseau et mapping reponse en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146304" cy="150876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810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Observabilite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212848"/>
            <a:ext cx="2194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Metrics, evenements recents, erreurs recentes et dashboard Angular integre sous /dashboard/.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146304" cy="1508760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10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Interop 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12848"/>
            <a:ext cx="2194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Facade powerCARD /api/powercard/direct-debit mappee vers ISO 8583 MTI 1200.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4592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645920"/>
            <a:ext cx="146304" cy="1508760"/>
          </a:xfrm>
          <a:prstGeom prst="roundRect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1810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Deploiement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212848"/>
            <a:ext cx="2194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Dockerfile et docker-compose valides syntaxiquement; execution complete non rejouee dans cette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Verdict: projet pret pour une demonstration technique encadree.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Frein principal avant une livraison plus formelle: beaucoup de changements locaux non figes (39 modifies, 35 nouveaux, 3 suppressions).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La documentation publique du depot est en retard par rapport au code actuel.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Périmètre Livré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Fonctionnalites presentes dans le code au 1 avril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46304" cy="3566160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Backend et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5029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Endpoints /api/iso8583/send, /authorize, /financial, /presentment, /reversal, /echo, /health et /status.
Validation des requetes, conversion JSON -&gt; ISOMsg -&gt; JSON, resolution du statut HTTP, gestion globale des erreurs et tracage X-Request-ID.
Simulation locale avec mock switch et documentation OpenAPI / Swagger.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146304" cy="356616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019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Supervision et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04288"/>
            <a:ext cx="48463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Service de monitoring en memoire avec total transactions, succes, declins, erreurs, latence moyenne, P95 et historique recent.
Frontend Angular compile et copie dans Spring Boot pour exposition sous /dashboard/.
Facade XML powerCARD pour virements direct-debit.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Architecture Actuelle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Vue simplifiee de la chaine de traitement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194560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60320"/>
            <a:ext cx="171907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REST JSON
XML powerCARD</a:t>
            </a:r>
          </a:p>
        </p:txBody>
      </p:sp>
      <p:sp>
        <p:nvSpPr>
          <p:cNvPr id="8" name="Chevron 7"/>
          <p:cNvSpPr/>
          <p:nvPr/>
        </p:nvSpPr>
        <p:spPr>
          <a:xfrm>
            <a:off x="2761488" y="2505456"/>
            <a:ext cx="548640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874519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2011679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Gateway 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377439"/>
            <a:ext cx="199339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Controllers
Validation
GlobalExceptionHandler</a:t>
            </a:r>
          </a:p>
        </p:txBody>
      </p:sp>
      <p:sp>
        <p:nvSpPr>
          <p:cNvPr id="12" name="Chevron 11"/>
          <p:cNvSpPr/>
          <p:nvPr/>
        </p:nvSpPr>
        <p:spPr>
          <a:xfrm>
            <a:off x="5623560" y="2505456"/>
            <a:ext cx="548640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011679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Service ISO 8583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377439"/>
            <a:ext cx="199339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Codec jPOS
Packager XML
Status resolver</a:t>
            </a:r>
          </a:p>
        </p:txBody>
      </p:sp>
      <p:sp>
        <p:nvSpPr>
          <p:cNvPr id="16" name="Chevron 15"/>
          <p:cNvSpPr/>
          <p:nvPr/>
        </p:nvSpPr>
        <p:spPr>
          <a:xfrm>
            <a:off x="8503920" y="2505456"/>
            <a:ext cx="548640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205740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56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2194560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Reseau TCP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560320"/>
            <a:ext cx="171907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Iso8583Channel
Mock switch /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416052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4297680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MonitoringService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4663440"/>
            <a:ext cx="26334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Compteurs, latence, historique recent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6052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297680"/>
            <a:ext cx="2816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Dashboard Angular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663440"/>
            <a:ext cx="2816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Aptos"/>
              </a:rPr>
              <a:t>Polling 4s, status mix, top MTI, erreurs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Preuves De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Resultats verifies pendant cette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46304" cy="1417320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Build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Commande: mvn test
Resultat: BUILD SUCCESS
Couverture constatee: 32 tests verts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146304" cy="141732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019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Build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Commande: npm run build
Resultat: build Angular OK
Sortie: frontend/dist/frontend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146304" cy="1417320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01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042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Commande: docker compose config
Resultat: fichier valide
Reserve: cle version obsolete a nettoyer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46304" cy="15544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393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Empreinte du depot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041648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6 commits entre le 1 mars 2026 et le 31 mars 2026.
30 fichiers Java de production, 7 fichiers de test, 12 fichiers frontend dans src/.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747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474720"/>
            <a:ext cx="146304" cy="1554480"/>
          </a:xfrm>
          <a:prstGeom prst="roundRect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63931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Maturite de la branche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041648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Le worktree est encore tres actif: refonte des controleurs, ajout Angular, nouvelle facade powerCARD, documentation PFE et artefacts statiques.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Travaux Recents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Jalons visibles dans l'historique et le worktree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12848"/>
            <a:ext cx="9966960" cy="73152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057400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757F"/>
                </a:solidFill>
                <a:latin typeface="Aptos"/>
              </a:rPr>
              <a:t>01/03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Demarrage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Initialisation du depot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Base Spring Boot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Premiere integration jPOS</a:t>
            </a:r>
          </a:p>
        </p:txBody>
      </p:sp>
      <p:sp>
        <p:nvSpPr>
          <p:cNvPr id="10" name="Oval 9"/>
          <p:cNvSpPr/>
          <p:nvPr/>
        </p:nvSpPr>
        <p:spPr>
          <a:xfrm>
            <a:off x="4160520" y="2057400"/>
            <a:ext cx="384048" cy="384048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757F"/>
                </a:solidFill>
                <a:latin typeface="Aptos"/>
              </a:rPr>
              <a:t>09/03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603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Stabilisation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07792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API REST et Swagger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Mock switch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Tests du codec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205740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757F"/>
                </a:solidFill>
                <a:latin typeface="Aptos"/>
              </a:rPr>
              <a:t>24/03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07792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Montage Angular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Dashboard monitoring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Build frontend + dist</a:t>
            </a:r>
          </a:p>
        </p:txBody>
      </p:sp>
      <p:sp>
        <p:nvSpPr>
          <p:cNvPr id="18" name="Oval 17"/>
          <p:cNvSpPr/>
          <p:nvPr/>
        </p:nvSpPr>
        <p:spPr>
          <a:xfrm>
            <a:off x="9372600" y="2057400"/>
            <a:ext cx="384048" cy="384048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757F"/>
                </a:solidFill>
                <a:latin typeface="Aptos"/>
              </a:rPr>
              <a:t>31/03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603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Consolidation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07792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Facade XML powerCARD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Refonte controller ISO8583</a:t>
            </a:r>
          </a:p>
          <a:p>
            <a:pPr>
              <a:spcAft>
                <a:spcPts val="1000"/>
              </a:spcAft>
              <a:defRPr sz="1200">
                <a:solidFill>
                  <a:srgbClr val="334E68"/>
                </a:solidFill>
                <a:latin typeface="Aptos"/>
              </a:defRPr>
            </a:pPr>
            <a:r>
              <a:t>Mise a jour docs PFE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Points D'attention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Ce qui reste a consolider avant une livraison plus propre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Documentation en decalage: README, roadmap et architecture ne refletent pas encore toute la surface fonctionnelle actuelle.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Branche non figee: 39 fichiers modifies, 35 nouveaux et 3 supprimes au moment de l'audit.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Monitoring en memoire seulement: pas de persistance, pas d'export Prometheus, pas d'historisation longue.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Canal TCP synchrone et sans mecanismes de resilience avances (retry, circuit breaker, file d'attente).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Securite encore absente dans l'API: pas d'authentification, pas d'autorisation, pas de durcissement d'exposition.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docker-compose.yml comporte une cle version obsolete; la configuration est valide mais merite nettoyage.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B1F3A"/>
                </a:solidFill>
                <a:latin typeface="Aptos Display"/>
              </a:rPr>
              <a:t>Prochaines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4E68"/>
                </a:solidFill>
                <a:latin typeface="Aptos"/>
              </a:rPr>
              <a:t>Plan court terme recommande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46304" cy="18288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1. Figer la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Nettoyer le worktree, exclure les artefacts inutiles, aligner README et docs techniques sur le code reel.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146304" cy="1828800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019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2. Valider le flux bout en 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0428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Rejouer une demo complete gateway + mock switch + dashboard + facade XML, idealement via docker compose.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146304" cy="182880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9019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3. Industrialiser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30428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E68"/>
                </a:solidFill>
                <a:latin typeface="Aptos"/>
              </a:rPr>
              <a:t>Ajouter securite, persistance du monitoring, pipeline CI/CD, tests end-to-end et supervision exportable.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Message cle pour le jury ou le comite projet: la preuve de faisabilite est convaincante; l'effort restant porte surtout sur la finition et l'industrialisation.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57F"/>
                </a:solidFill>
                <a:latin typeface="Aptos"/>
              </a:rPr>
              <a:t>Source: audit du depot local au 1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